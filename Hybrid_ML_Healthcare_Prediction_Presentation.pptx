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2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9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8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0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7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4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7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0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5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9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3500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71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17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45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4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9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43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7868" y="612658"/>
            <a:ext cx="7772400" cy="238635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A </a:t>
            </a:r>
            <a:r>
              <a:rPr dirty="0"/>
              <a:t>Hybrid</a:t>
            </a:r>
            <a:r>
              <a:rPr lang="en-IN" dirty="0"/>
              <a:t> </a:t>
            </a:r>
            <a:r>
              <a:rPr dirty="0"/>
              <a:t>Machine</a:t>
            </a:r>
            <a:r>
              <a:rPr lang="en-IN" dirty="0"/>
              <a:t> </a:t>
            </a:r>
            <a:r>
              <a:rPr dirty="0"/>
              <a:t>Learning</a:t>
            </a:r>
            <a:r>
              <a:rPr lang="en-IN" dirty="0"/>
              <a:t> </a:t>
            </a:r>
            <a:r>
              <a:rPr dirty="0"/>
              <a:t>Framework</a:t>
            </a:r>
            <a:r>
              <a:rPr lang="en-IN" dirty="0"/>
              <a:t> </a:t>
            </a:r>
            <a:r>
              <a:rPr dirty="0"/>
              <a:t>for Accurate</a:t>
            </a:r>
            <a:r>
              <a:rPr lang="en-IN" dirty="0"/>
              <a:t> </a:t>
            </a:r>
            <a:r>
              <a:rPr dirty="0"/>
              <a:t>Healthcare</a:t>
            </a:r>
            <a:r>
              <a:rPr lang="en-IN" dirty="0"/>
              <a:t> </a:t>
            </a:r>
            <a:r>
              <a:rPr dirty="0"/>
              <a:t>Disease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180" y="4007152"/>
            <a:ext cx="6593681" cy="16557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dirty="0">
                <a:solidFill>
                  <a:schemeClr val="tx1">
                    <a:lumMod val="95000"/>
                  </a:schemeClr>
                </a:solidFill>
              </a:rPr>
              <a:t>Hemalatha S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(MSC-Applied Data science)</a:t>
            </a:r>
          </a:p>
          <a:p>
            <a:pPr algn="l"/>
            <a:r>
              <a:rPr dirty="0">
                <a:solidFill>
                  <a:schemeClr val="tx1">
                    <a:lumMod val="95000"/>
                  </a:schemeClr>
                </a:solidFill>
              </a:rPr>
              <a:t>Hariharan V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(MSC-Applied Data science)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Assistant professor : 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Dr. N. Nithya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pPr algn="l"/>
            <a:r>
              <a:rPr dirty="0">
                <a:solidFill>
                  <a:schemeClr val="tx1">
                    <a:lumMod val="95000"/>
                  </a:schemeClr>
                </a:solidFill>
              </a:rPr>
              <a:t>SRM Institute of Science and Technology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pPr algn="l"/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Ramapuram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, Chennai, Tamil Nadu,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r>
              <a:rPr lang="en-IN" dirty="0"/>
              <a:t>Hybrid ML framework for healthcare disease prediction combines random forest, gradient boosting &amp; logistic regression uses weighted soft voting mechanism improves accuracy, precision, recall &amp; f1-scoresupports intelligent clinical decision systems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Rapid growth of EHR, IoT &amp; healthcare data Early disease prediction reduces mortality &amp; cost Standalone ML models face overfitting &amp;</a:t>
            </a:r>
            <a:r>
              <a:rPr lang="en-IN" dirty="0"/>
              <a:t> </a:t>
            </a:r>
            <a:r>
              <a:rPr dirty="0"/>
              <a:t>instability</a:t>
            </a:r>
            <a:r>
              <a:rPr lang="en-IN" dirty="0"/>
              <a:t> </a:t>
            </a:r>
            <a:r>
              <a:rPr dirty="0"/>
              <a:t>Need for hybrid and ensemble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Random Forest effective for heart &amp; diabetes prediction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Gradient Boosting strong in cancer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Deep Learning used in MRI/CT imaging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Ensemble learning improves stability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Feature selection (RFE, PCA) enhances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Proposed Hybrid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9604" y="2249487"/>
            <a:ext cx="7429499" cy="354171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Five Stages:</a:t>
            </a:r>
          </a:p>
          <a:p>
            <a:pPr marL="0" indent="0">
              <a:buNone/>
            </a:pPr>
            <a:r>
              <a:rPr dirty="0"/>
              <a:t>1. Data Acquisition</a:t>
            </a:r>
          </a:p>
          <a:p>
            <a:pPr marL="0" indent="0">
              <a:buNone/>
            </a:pPr>
            <a:r>
              <a:rPr dirty="0"/>
              <a:t>2. Data Preprocessing</a:t>
            </a:r>
          </a:p>
          <a:p>
            <a:pPr marL="0" indent="0">
              <a:buNone/>
            </a:pPr>
            <a:r>
              <a:rPr dirty="0"/>
              <a:t>3. Feature Optimization</a:t>
            </a:r>
          </a:p>
          <a:p>
            <a:pPr marL="0" indent="0">
              <a:buNone/>
            </a:pPr>
            <a:r>
              <a:rPr dirty="0"/>
              <a:t>4. Hybrid Ensemble Modeling</a:t>
            </a:r>
          </a:p>
          <a:p>
            <a:pPr marL="0" indent="0">
              <a:buNone/>
            </a:pPr>
            <a:r>
              <a:rPr dirty="0"/>
              <a:t>5.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875" y="635152"/>
            <a:ext cx="7429499" cy="1478570"/>
          </a:xfrm>
        </p:spPr>
        <p:txBody>
          <a:bodyPr>
            <a:normAutofit/>
          </a:bodyPr>
          <a:lstStyle/>
          <a:p>
            <a:pPr algn="just"/>
            <a:r>
              <a:rPr dirty="0"/>
              <a:t>Preprocessing</a:t>
            </a:r>
            <a:r>
              <a:rPr lang="en-IN" dirty="0"/>
              <a:t> &amp;</a:t>
            </a:r>
            <a:r>
              <a:rPr dirty="0" err="1"/>
              <a:t>FeatureOptimization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Missing value imputation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Outlier removal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Min-Max normalization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Categorical encoding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Correlation analysis &amp; RFE for feature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Hybrid Ensemble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 Random Forest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Gradient Boosting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dirty="0"/>
              <a:t>Logistic Regression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Weighted Soft Voting Strategy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H(x) = argmax Σ (wᵢ * Pᵢ(x))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Datasets: Heart Disease, Diabetes, Breast Cancer</a:t>
            </a:r>
          </a:p>
          <a:p>
            <a:pPr marL="0" indent="0">
              <a:buNone/>
            </a:pPr>
            <a:r>
              <a:rPr dirty="0"/>
              <a:t>80% Training / 20% Testing split 5-Fold Cross Validation</a:t>
            </a:r>
          </a:p>
          <a:p>
            <a:pPr marL="0" indent="0">
              <a:buNone/>
            </a:pPr>
            <a:r>
              <a:rPr dirty="0"/>
              <a:t>Metrics: Accuracy, Precision, Recall, F1, ROC</a:t>
            </a:r>
            <a:r>
              <a:rPr lang="en-IN" dirty="0"/>
              <a:t>-</a:t>
            </a:r>
            <a:r>
              <a:rPr dirty="0"/>
              <a:t>AUC</a:t>
            </a:r>
          </a:p>
          <a:p>
            <a:pPr marL="0" indent="0">
              <a:buNone/>
            </a:pPr>
            <a:r>
              <a:rPr dirty="0"/>
              <a:t>Grid Search for hyperparameter 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Hybrid Model Accuracy: 93%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Logistic Regression: 84%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Random Forest: 89%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Gradient Boosting: 90%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Improved ROC-AUC &amp; classification 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Advantages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346" y="2249487"/>
            <a:ext cx="7429499" cy="35417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Advantages: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High predictive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Robust against noisy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Scalable &amp; adaptable</a:t>
            </a:r>
          </a:p>
          <a:p>
            <a:pPr marL="0" indent="0">
              <a:buNone/>
            </a:pPr>
            <a:r>
              <a:rPr dirty="0"/>
              <a:t>Applications: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Hospital DSS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Telemedicine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Wearable health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Hybrid ML improves diagnostic accuracy Better stability than standalone models supports early diagnosis &amp; decision-making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852" y="2249487"/>
            <a:ext cx="74294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Deep learning integration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Real-time hospital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Federated learning for privacy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Explainable AI integration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Multi-disease prediction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152" y="618518"/>
            <a:ext cx="7429499" cy="1478570"/>
          </a:xfrm>
        </p:spPr>
        <p:txBody>
          <a:bodyPr/>
          <a:lstStyle/>
          <a:p>
            <a:pPr algn="l"/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255" y="2276635"/>
            <a:ext cx="7429499" cy="354171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Hastie et al., The Elements of Statistical Learning (2009)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Breiman</a:t>
            </a:r>
            <a:r>
              <a:rPr dirty="0"/>
              <a:t>, Random Forests (2001)</a:t>
            </a:r>
          </a:p>
          <a:p>
            <a:pPr marL="0" indent="0">
              <a:buNone/>
            </a:pPr>
            <a:r>
              <a:rPr dirty="0"/>
              <a:t>3. Friedman, Gradient Boosting (2001)</a:t>
            </a:r>
          </a:p>
          <a:p>
            <a:pPr marL="0" indent="0">
              <a:buNone/>
            </a:pPr>
            <a:r>
              <a:rPr dirty="0"/>
              <a:t>4. Goodfellow et al., Deep Learning (2016)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62</TotalTime>
  <Words>396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Tw Cen MT</vt:lpstr>
      <vt:lpstr>Wingdings</vt:lpstr>
      <vt:lpstr>Circuit</vt:lpstr>
      <vt:lpstr>A Hybrid Machine Learning Framework for Accurate Healthcare Disease Prediction</vt:lpstr>
      <vt:lpstr>Abstract</vt:lpstr>
      <vt:lpstr>Introduction</vt:lpstr>
      <vt:lpstr>Literature Review</vt:lpstr>
      <vt:lpstr>Proposed Hybrid Framework</vt:lpstr>
      <vt:lpstr>Preprocessing &amp;FeatureOptimization</vt:lpstr>
      <vt:lpstr>Hybrid Ensemble Model</vt:lpstr>
      <vt:lpstr>Experimental Setup</vt:lpstr>
      <vt:lpstr>Results &amp; Discussion</vt:lpstr>
      <vt:lpstr>Advantages &amp; Applications</vt:lpstr>
      <vt:lpstr>Conclusion</vt:lpstr>
      <vt:lpstr>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ar.juna3175@outlook.com</cp:lastModifiedBy>
  <cp:revision>2</cp:revision>
  <dcterms:created xsi:type="dcterms:W3CDTF">2013-01-27T09:14:16Z</dcterms:created>
  <dcterms:modified xsi:type="dcterms:W3CDTF">2026-02-16T14:38:31Z</dcterms:modified>
  <cp:category/>
</cp:coreProperties>
</file>